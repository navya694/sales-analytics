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8A36CF-56C5-42D1-86FB-608D55A55022}" v="7" dt="2026-04-25T16:03:41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B5DA8-D254-6EA2-3BCC-DEBF7A3FBB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r>
              <a:rPr lang="en-US" b="1" dirty="0">
                <a:solidFill>
                  <a:schemeClr val="accent5"/>
                </a:solidFill>
              </a:rPr>
              <a:t> Analytics Dashboard – Northwind Traders</a:t>
            </a: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97378-ACB1-F3F8-B192-507EBDF37C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2689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5069D-B716-20FB-F240-40A75D938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818" y="-39757"/>
            <a:ext cx="10364451" cy="1596177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66132-F9AF-CED9-BF56-7CECA76359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192697"/>
            <a:ext cx="10363826" cy="533731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objective of this project is to create a visually appealing and user-friendly Power BI dashboard that effectively communicates key performance metrics for Northwind Traders.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aims to provide insights into: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behavior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patterns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performance 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will cover: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analysis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segmentation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Inventory trends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performance 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goal is to consolidate data from multiple tables to deliver a comprehensive view of business operations and support data-driven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877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7EB7A-6888-5977-5A5E-3E06FEB67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114" y="-126918"/>
            <a:ext cx="10364451" cy="1596177"/>
          </a:xfrm>
        </p:spPr>
        <p:txBody>
          <a:bodyPr/>
          <a:lstStyle/>
          <a:p>
            <a:r>
              <a:rPr lang="en-IN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0076B-DD62-ECD3-C5A6-199D931D28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349" y="934278"/>
            <a:ext cx="11211338" cy="56653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dirty="0"/>
              <a:t>The project uses the Northwind Traders dataset, which contains transactional data related to sales, customers, products, employees, suppliers, and shipping.</a:t>
            </a:r>
          </a:p>
          <a:p>
            <a:pPr marL="0" indent="0">
              <a:buNone/>
            </a:pPr>
            <a:r>
              <a:rPr lang="en-US" sz="1700" b="1" dirty="0"/>
              <a:t>Key Tables:</a:t>
            </a:r>
            <a:endParaRPr lang="en-US" sz="1700" dirty="0"/>
          </a:p>
          <a:p>
            <a:r>
              <a:rPr lang="en-US" sz="1700" dirty="0"/>
              <a:t>Customers – Customer details such as name, city, and country </a:t>
            </a:r>
          </a:p>
          <a:p>
            <a:r>
              <a:rPr lang="en-US" sz="1700" dirty="0"/>
              <a:t>Orders – Order information including order date and shipping details </a:t>
            </a:r>
          </a:p>
          <a:p>
            <a:r>
              <a:rPr lang="en-US" sz="1700" dirty="0"/>
              <a:t>Order Details – Product-level transaction data (quantity, price, discount) </a:t>
            </a:r>
          </a:p>
          <a:p>
            <a:r>
              <a:rPr lang="en-US" sz="1700" dirty="0"/>
              <a:t>Products – Product details, pricing, and stock information </a:t>
            </a:r>
          </a:p>
          <a:p>
            <a:r>
              <a:rPr lang="en-US" sz="1700" dirty="0"/>
              <a:t>Categories – Product classification </a:t>
            </a:r>
          </a:p>
          <a:p>
            <a:r>
              <a:rPr lang="en-US" sz="1700" dirty="0"/>
              <a:t>Employees – Employee details and reporting hierarchy </a:t>
            </a:r>
          </a:p>
          <a:p>
            <a:r>
              <a:rPr lang="en-US" sz="1700" dirty="0"/>
              <a:t>Suppliers – Supplier information and location </a:t>
            </a:r>
          </a:p>
          <a:p>
            <a:r>
              <a:rPr lang="en-US" sz="1700" dirty="0"/>
              <a:t>Shippers – Shipping company details used to deliver orders </a:t>
            </a:r>
          </a:p>
          <a:p>
            <a:pPr marL="0" indent="0">
              <a:buNone/>
            </a:pPr>
            <a:r>
              <a:rPr lang="en-US" sz="1700" b="1" dirty="0"/>
              <a:t>Important Fields Used:</a:t>
            </a:r>
            <a:endParaRPr lang="en-US" sz="1700" dirty="0"/>
          </a:p>
          <a:p>
            <a:r>
              <a:rPr lang="en-US" sz="1700" dirty="0"/>
              <a:t>Unit Price, Quantity, Discount ,Order Date, Shipped Date ,Customer Location (City, Country) </a:t>
            </a:r>
          </a:p>
        </p:txBody>
      </p:sp>
    </p:spTree>
    <p:extLst>
      <p:ext uri="{BB962C8B-B14F-4D97-AF65-F5344CB8AC3E}">
        <p14:creationId xmlns:p14="http://schemas.microsoft.com/office/powerpoint/2010/main" val="1574010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4F89B-A725-C420-B11D-4B24B2C4D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732" y="-176614"/>
            <a:ext cx="10364451" cy="1596177"/>
          </a:xfrm>
        </p:spPr>
        <p:txBody>
          <a:bodyPr/>
          <a:lstStyle/>
          <a:p>
            <a:r>
              <a:rPr lang="en-IN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138C8-3835-4976-8060-D3D24574A7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993913"/>
            <a:ext cx="10363826" cy="554603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was cleaned and transformed using Power Query to ensure accuracy and consistency before analysis.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Performed: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null and duplicate values from important columns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Handled missing data in fields like Order Date and Unit Price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unnecessary columns to improve performance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data types: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Dates → Date format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Prices → Decimal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Quantity → Whole number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derived columns: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Renamed columns for better readability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Loaded cleaned data into the data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82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DDFA0-38CD-7A45-FC09-B5D89FA71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8" y="-198782"/>
            <a:ext cx="10364451" cy="1596177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en-IN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Modeling</a:t>
            </a:r>
            <a:endParaRPr lang="en-IN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F58B-4C28-1B45-1884-7F926E800A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148" y="954156"/>
            <a:ext cx="10636121" cy="565536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 model was designed using a structured approach to connect multiple tables and enable efficient analysis.</a:t>
            </a:r>
          </a:p>
          <a:p>
            <a:pPr marL="0" indent="0">
              <a:buNone/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Relationships:</a:t>
            </a:r>
            <a:endParaRPr lang="en-US" sz="2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→ Orders (</a:t>
            </a:r>
            <a:r>
              <a:rPr lang="en-US" sz="2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CustomerID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→ Order Details (</a:t>
            </a:r>
            <a:r>
              <a:rPr lang="en-US" sz="2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OrderID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 → Order Details (</a:t>
            </a:r>
            <a:r>
              <a:rPr lang="en-US" sz="2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ProductID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 → Categories (</a:t>
            </a:r>
            <a:r>
              <a:rPr lang="en-US" sz="2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CategoryID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→ Employees (</a:t>
            </a:r>
            <a:r>
              <a:rPr lang="en-US" sz="2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EmployeeID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marL="0" indent="0">
              <a:buNone/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 Table:</a:t>
            </a:r>
            <a:endParaRPr lang="en-US" sz="2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Details (contains transactional data like Quantity, Unit Price, Discount) </a:t>
            </a:r>
          </a:p>
          <a:p>
            <a:pPr marL="0" indent="0">
              <a:buNone/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Benefits:</a:t>
            </a:r>
            <a:endParaRPr lang="en-US" sz="2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accurate calculations </a:t>
            </a: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filtering across visuals </a:t>
            </a: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report performance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4995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973E-5AFE-3E20-6CD3-02A9C971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66" y="141440"/>
            <a:ext cx="10364451" cy="10810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CONNECTIONS IN POWER BI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8F4062-A3E9-C111-D727-43732350399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10549" y="1123122"/>
            <a:ext cx="10567676" cy="516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99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E54D4-7FBF-1141-3E84-4535CD19A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113" y="100535"/>
            <a:ext cx="10364451" cy="772961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Measures (DAX)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841CA-465B-FBDC-AFA4-07FAEE8684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993914"/>
            <a:ext cx="10466530" cy="537707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DAX (Data Analysis Expressions) was used to create key measures for analyzing business performance.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Measures: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Sum of (Unit Price × Quantity × (1 – Discount))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Orders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Count of Order IDs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Customers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Distinct count of Customer IDs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Quantity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Sum of Quantity 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Measures: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Order Value (AOV)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Total Sales ÷ Total Orders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Shipping Duration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Difference between Order Date and Shipped Date 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accurate calculations across visuals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track KPIs and performance metrics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data-driven insights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65B467-C0CD-F0F1-25BD-DBB80368B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191" y="2653660"/>
            <a:ext cx="5287981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83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A7FC7-0C71-BB82-4D0D-87F4CED8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0"/>
            <a:ext cx="10364451" cy="1220222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12CCB-B17F-3031-C0C2-06758CB049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003852"/>
            <a:ext cx="10695130" cy="546652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was used to perform exploratory data analysis (EDA) on the Northwind dataset before building the Power BI dashboard.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Analysis Performed: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total sales and revenue trends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top customers based on spending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 sales by country and city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 top-performing products and categories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Evaluated employee performance based on orders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 supplier distribution and pricing 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extract meaningful insights from raw data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validate data before visualization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support dashboard development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0935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3E874-53D5-AF7B-66AA-328CCE3FB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23" y="1733"/>
            <a:ext cx="10364451" cy="1031936"/>
          </a:xfrm>
        </p:spPr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Excel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AB15F-9393-3CAD-51B0-F197FB126E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924339"/>
            <a:ext cx="10363826" cy="562554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Microsoft Excel was used for initial data exploration and validation before building the dashboard.</a:t>
            </a:r>
          </a:p>
          <a:p>
            <a:pPr marL="0" indent="0">
              <a:buNone/>
            </a:pPr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Tasks Performed:</a:t>
            </a:r>
            <a:endParaRPr lang="en-US" sz="2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(handling missing values and duplicates)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Pivot Tables for quick analysis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 sales by country, category, and customer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basic metrics like total sales and order count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filters and sorting to identify top and low-performing data </a:t>
            </a:r>
          </a:p>
          <a:p>
            <a:pPr marL="0" indent="0">
              <a:buNone/>
            </a:pPr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Used:</a:t>
            </a:r>
            <a:endParaRPr lang="en-US" sz="2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Pivot Tables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Sorting &amp; Filtering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formulas (SUM, COUNT, AVERAGE) </a:t>
            </a:r>
          </a:p>
          <a:p>
            <a:pPr marL="0" indent="0">
              <a:buNone/>
            </a:pPr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</a:t>
            </a:r>
            <a:endParaRPr lang="en-US" sz="2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 data exploration </a:t>
            </a:r>
          </a:p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of results and Supporting analysis before visualization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2606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F5EB-4A16-8250-6AE0-FD382608B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"/>
            <a:ext cx="10364451" cy="126227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89657-BBF8-73B6-8D70-C8D591FC64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023730"/>
            <a:ext cx="10363826" cy="5426766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successfully delivers an interactive and comprehensive dashboard for analyzing the business performance of Northwind Traders.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provided insights into: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behavior and purchasing patterns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trends across regions and time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and category performance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contribution to business growth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integrating SQL, Excel, and Power BI: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was effectively analyzed and validated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were clearly visualized through interactive dashboards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decisions can be supported with data-driven evidence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helps identify key trends, optimize operations, and improve overall business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682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4028-29BE-8114-9CCD-BD8464CA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367092"/>
            <a:ext cx="10364451" cy="1596177"/>
          </a:xfrm>
        </p:spPr>
        <p:txBody>
          <a:bodyPr>
            <a:normAutofit/>
          </a:bodyPr>
          <a:lstStyle/>
          <a:p>
            <a:r>
              <a:rPr lang="en-US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sz="6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72C82-8749-0C1C-FE41-65856BB4D04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308485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{E96601D1-C54F-43F4-A710-F9D7EBBE4CD2}TF62d0d592-7ac2-4846-a919-75806e8bead49553d537-f813ce055067</Template>
  <TotalTime>106</TotalTime>
  <Words>748</Words>
  <Application>Microsoft Office PowerPoint</Application>
  <PresentationFormat>Widescreen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Tw Cen MT</vt:lpstr>
      <vt:lpstr>Droplet</vt:lpstr>
      <vt:lpstr>Sales Analytics Dashboard – Northwind Traders</vt:lpstr>
      <vt:lpstr>Problem Statement</vt:lpstr>
      <vt:lpstr>Data Understanding</vt:lpstr>
      <vt:lpstr>Data Preparation</vt:lpstr>
      <vt:lpstr>Data Modeling</vt:lpstr>
      <vt:lpstr>CONNECTIONS IN POWER BI</vt:lpstr>
      <vt:lpstr>Key Measures (DAX)</vt:lpstr>
      <vt:lpstr>SQL Analysis</vt:lpstr>
      <vt:lpstr>Excel Analysis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Kodela</dc:creator>
  <cp:lastModifiedBy>Naveen Kodela</cp:lastModifiedBy>
  <cp:revision>2</cp:revision>
  <dcterms:created xsi:type="dcterms:W3CDTF">2026-04-23T07:36:18Z</dcterms:created>
  <dcterms:modified xsi:type="dcterms:W3CDTF">2026-05-30T14:29:46Z</dcterms:modified>
</cp:coreProperties>
</file>